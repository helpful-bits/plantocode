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FB1BE"/>
                </a:solidFill>
                <a:latin typeface="SF Pro Display"/>
              </a:defRPr>
            </a:pPr>
            <a:r>
              <a:t>INTELLIGENT CODE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5E5E5"/>
                </a:solidFill>
                <a:latin typeface="SF Pro Display"/>
              </a:defRPr>
            </a:pPr>
            <a:r>
              <a:t>Vibe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1148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D1D1D1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In 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The Developer's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Working with large-scale codebases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Large Codebases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Navigating 1,500+ files</a:t>
            </a:r>
            <a:br/>
            <a:r>
              <a:t>without clear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Time Intensive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Hours spent finding</a:t>
            </a:r>
            <a:br/>
            <a:r>
              <a:t>relevant code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Context Overload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AI assistants overwhelmed</a:t>
            </a:r>
            <a:br/>
            <a:r>
              <a:t>by too much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Error Prone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Manual selection leads to</a:t>
            </a:r>
            <a:br/>
            <a:r>
              <a:t>missing critical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Intelligent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thousands to only what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9E9E9E"/>
                </a:solidFill>
                <a:latin typeface="SF Pro Display"/>
              </a:defRPr>
            </a:pPr>
            <a:r>
              <a:t>1,500+</a:t>
            </a:r>
          </a:p>
          <a:p>
            <a:pPr algn="ctr">
              <a:spcBef>
                <a:spcPts val="12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files in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B1BE"/>
                </a:solidFill>
                <a:latin typeface="SF Pro Display"/>
              </a:defRPr>
            </a:pPr>
            <a:r>
              <a:t>AI-Powered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relevant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55846A"/>
                </a:solidFill>
                <a:latin typeface="SF Pro Display"/>
              </a:defRPr>
            </a:pPr>
            <a:r>
              <a:t>96.7% reduction in scope | 100%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File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AI agents searching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Codebase</a:t>
            </a:r>
            <a:br/>
            <a:r>
              <a:t>Analysis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82880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Semantic Search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65176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Pattern Matching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47472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47472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Dependency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429768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AST Traversal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21208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Converged Results: 50 High-Confidence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Quantifiable scope reduction and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9E9E9E"/>
                </a:solidFill>
                <a:latin typeface="SF Pro Display"/>
              </a:defRPr>
            </a:pPr>
            <a:r>
              <a:t>1,500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Original</a:t>
            </a:r>
            <a:br/>
            <a:r>
              <a:t>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Discovered</a:t>
            </a:r>
            <a:br/>
            <a:r>
              <a:t>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3.3%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Final</a:t>
            </a:r>
            <a:br/>
            <a:r>
              <a:t>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96%+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Accuracy</a:t>
            </a:r>
            <a:br/>
            <a:r>
              <a:t>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Human-in-the-Loop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Maintain control with manual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3291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600" b="1">
                <a:solidFill>
                  <a:srgbClr val="E5E5E5"/>
                </a:solidFill>
                <a:latin typeface="SF Pro Display"/>
              </a:defRPr>
            </a:pPr>
            <a:r>
              <a:t>Review and Adjust Discovered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Remove irrelevant or redundant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Add additional context files manually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Verify scope completeness before proceeding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Adjust search parameters if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242B3A"/>
          </a:solidFill>
          <a:ln w="12700">
            <a:solidFill>
              <a:srgbClr val="628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628ABB"/>
                </a:solidFill>
                <a:latin typeface="SF Pro Display"/>
              </a:defRPr>
            </a:pPr>
            <a:r>
              <a:t>Ensures precision while maintaining automation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XML-Structured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Optimized format for LLM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Why XML?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Structured &amp; parseable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LLM-optimized format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Hierarchical context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Version traceable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83E49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lnSpc>
                <a:spcPct val="140000"/>
              </a:lnSpc>
              <a:defRPr sz="1500">
                <a:solidFill>
                  <a:srgbClr val="5FB1BE"/>
                </a:solidFill>
                <a:latin typeface="Monaco"/>
              </a:defRPr>
            </a:pPr>
            <a:r>
              <a:t>&lt;context&gt;</a:t>
            </a:r>
            <a:br/>
            <a:r>
              <a:t>  &lt;task&gt;Feature X&lt;/task&gt;</a:t>
            </a:r>
            <a:br/>
            <a:r>
              <a:t>  &lt;files&gt;</a:t>
            </a:r>
            <a:br/>
            <a:r>
              <a:t>    &lt;file path="src/..."&gt;</a:t>
            </a:r>
            <a:br/>
            <a:r>
              <a:t>      &lt;!-- content --&gt;</a:t>
            </a:r>
            <a:br/>
            <a:r>
              <a:t>    &lt;/file&gt;</a:t>
            </a:r>
            <a:br/>
            <a:r>
              <a:t>  &lt;/files&gt;</a:t>
            </a:r>
            <a:br/>
            <a:r>
              <a:t>&lt;/context&gt;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Optimized for OpenAI GPT-4 and Claude 3.5 Sonnet</a:t>
            </a:r>
          </a:p>
          <a:p>
            <a:pPr algn="ctr"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Regularly updated to leverage latest model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Triple Parallel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Three implementation strategies generated concurrently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Verified</a:t>
            </a:r>
            <a:br/>
            <a:r>
              <a:t>Scope (50)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201168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A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29184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3291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B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57200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C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7607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5846A"/>
                </a:solidFill>
                <a:latin typeface="SF Pro Display"/>
              </a:defRPr>
            </a:pPr>
            <a:r>
              <a:t>Parallel execution reduces planning time by 67%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Precise Change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50 files to specific modifications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9E9E9E"/>
                </a:solidFill>
                <a:latin typeface="SF Pro Display"/>
              </a:defRPr>
            </a:pPr>
            <a:r>
              <a:t>50 Files Analyzed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8-10 Files to Modify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4 Files to 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5846A"/>
                </a:solidFill>
                <a:latin typeface="SF Pro Display"/>
              </a:defRPr>
            </a:pPr>
            <a:r>
              <a:t>94% Precision in Change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Judge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AI-powered plan synthesis and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Input Sources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Selected implementation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Mentioned files from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Project directory tree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User extra instructions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Dependency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32004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Unified Plan</a:t>
            </a:r>
          </a:p>
          <a:p>
            <a:pPr algn="ctr"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Optimized synthesis</a:t>
            </a:r>
            <a:br/>
            <a:r>
              <a:t>of best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000">
                <a:solidFill>
                  <a:srgbClr val="D1D1D1"/>
                </a:solidFill>
                <a:latin typeface="SF Pro Display"/>
              </a:defRPr>
            </a:pPr>
            <a:r>
              <a:t>Evaluates consistency, completeness, and architectural soundness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specialized agents executing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Authentication</a:t>
            </a:r>
            <a:br/>
            <a:r>
              <a:t>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UI Components</a:t>
            </a:r>
            <a:br/>
            <a:r>
              <a:t>&amp;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API Endpoints</a:t>
            </a:r>
            <a:br/>
            <a:r>
              <a:t>&amp;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Unit Tests</a:t>
            </a:r>
            <a:br/>
            <a:r>
              <a:t>&amp;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Documentation</a:t>
            </a:r>
            <a:br/>
            <a:r>
              <a:t>&amp;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30352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1E2A24"/>
          </a:solidFill>
          <a:ln w="12700">
            <a:solidFill>
              <a:srgbClr val="558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Complete Feature Implementation</a:t>
            </a:r>
          </a:p>
          <a:p>
            <a:pPr algn="ctr">
              <a:spcBef>
                <a:spcPts val="6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5 minutes average execution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Production-Ready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High-quality code in minutes, not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90%+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Completion</a:t>
            </a:r>
            <a:br/>
            <a:r>
              <a:t>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Regression</a:t>
            </a:r>
            <a:br/>
            <a:r>
              <a:t>Bugs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&lt; 5%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Compile</a:t>
            </a:r>
            <a:br/>
            <a:r>
              <a:t>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100%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Type</a:t>
            </a:r>
            <a:br/>
            <a: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9E9E9E"/>
                </a:solidFill>
                <a:latin typeface="SF Pro Display"/>
              </a:defRPr>
            </a:pPr>
            <a:r>
              <a:t>Minor polish occasionally needed | Maintains code quality standards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Development Workflow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Traditional approach vs. AI-powered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9E9E9E"/>
                </a:solidFill>
                <a:latin typeface="SF Pro Display"/>
              </a:defRPr>
            </a:pPr>
            <a:r>
              <a:t>Traditional Workflow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Hours of manual file hunting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Context overload and fatigue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Higher error rates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Single-threaded execution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2-3 days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Incomplete coverage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Vibe Manager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Seconds to identify scope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Precise context isolation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AI-verified accuracy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Parallel multi-agent execution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5 minutes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Complete test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What Sets Us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Core technological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Intelligent Scope Isolation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Multi-stage reduction from 1,500 to 12 files with 96%+ accuracy through parallel AI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XML-Powered Precision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Structured communication optimized for LLMs with full parseability and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Triple Planning Architecture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Three independent implementation strategies merged by Judge Architect for optimal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Parallel Multi-Agent Execution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Specialized agents working simultaneously across different code domains for 10x speed increase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dur="400">
    <p:fade thruBlk="0"/>
  </p:transition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5E5E5"/>
                </a:solidFill>
                <a:latin typeface="SF Pro Display"/>
              </a:defRPr>
            </a:pPr>
            <a:r>
              <a:t>Transform Your Development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01752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5E5E5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2400">
                <a:solidFill>
                  <a:srgbClr val="5FB1BE"/>
                </a:solidFill>
                <a:latin typeface="SF Pro Display"/>
              </a:defRPr>
            </a:pPr>
            <a:r>
              <a:t>In just 5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5720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vibemanager.app</a:t>
            </a:r>
          </a:p>
          <a:p>
            <a:pPr algn="ctr">
              <a:spcBef>
                <a:spcPts val="8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hello@vibemanager.app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